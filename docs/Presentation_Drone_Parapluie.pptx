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Conception et Simulation d'un Drone Parapluie Autonome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Système de suivi intelligent basé sur la vision par ordinateur et l'IA</a:t>
            </a:r>
          </a:p>
          <a:p/>
          <a:p>
            <a:r>
              <a:t>Présenté par : Firas Mrabet</a:t>
            </a:r>
          </a:p>
          <a:p>
            <a:r>
              <a:t>Simulation sous Webots R2025a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&amp;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 Besoin: Protection météorologique (pluie, soleil) 100% mains-libres.</a:t>
            </a:r>
          </a:p>
          <a:p>
            <a:pPr/>
            <a:r>
              <a:t>Cibles visées: Piétons, travailleurs en extérieur, personnes à mobilité réduite.</a:t>
            </a:r>
          </a:p>
          <a:p>
            <a:pPr/>
            <a:r>
              <a:t>Problématique:</a:t>
            </a:r>
          </a:p>
          <a:p>
            <a:pPr lvl="1"/>
            <a:r>
              <a:t>Trouver, identifier et suivre sa cible sans collision.</a:t>
            </a:r>
          </a:p>
          <a:p>
            <a:pPr/>
            <a:r>
              <a:t>Notre Solution: Un modèle robotique simulé sous Webots, combinant le contrôle PID et l'intelligence artificielle visuelle (YOLO/OpenCV).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Concevoir un environnement de simulation réaliste (Webots).</a:t>
            </a:r>
          </a:p>
          <a:p>
            <a:pPr/>
            <a:r>
              <a:t>Développer un pipeline de vision hybride rapide et robuste.</a:t>
            </a:r>
          </a:p>
          <a:p>
            <a:pPr/>
            <a:r>
              <a:t>Créer une Machine à États (FSM) pour automatiser le cycle : Décollage -&gt; Recherche -&gt; Approche -&gt; Suivi.</a:t>
            </a:r>
          </a:p>
          <a:p>
            <a:pPr/>
            <a:r>
              <a:t>Surmonter les contraintes physiques des capteurs internes du modèle 3D.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et Outils Utilisés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Environnement 3D : Cyberbotics Webots (Physique, Capteurs).</a:t>
            </a:r>
          </a:p>
          <a:p>
            <a:pPr/>
            <a:r>
              <a:t>Programmation : Python 3 (API Webots orientée objet).</a:t>
            </a:r>
          </a:p>
          <a:p>
            <a:pPr/>
            <a:r>
              <a:t>Intelligence Artificielle &amp; Traitement d'Image :</a:t>
            </a:r>
          </a:p>
          <a:p>
            <a:pPr lvl="1"/>
            <a:r>
              <a:t>Ultralytics YOLOv8 : Réseau de neurones profond (Deep Learning) pour la classification d'humains.</a:t>
            </a:r>
          </a:p>
          <a:p>
            <a:pPr/>
            <a:r>
              <a:t>Gestion de Version : Git &amp; GitHub (CI/CD Collaboratif).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du Drone (Mavic 2 Pro)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Moteurs principaux : 4 rotors (Poussée, Roulis, Tangage, Lacet).</a:t>
            </a:r>
          </a:p>
          <a:p>
            <a:pPr/>
            <a:r>
              <a:t>Système de Caméra Double (Solution innovante aux butées mécaniques) :</a:t>
            </a:r>
          </a:p>
          <a:p>
            <a:pPr lvl="1"/>
            <a:r>
              <a:t>1. Caméra Frontale sur Nacelle motorisée : Cherche au loin (inclinée à -17° pour balayage 360).</a:t>
            </a:r>
          </a:p>
          <a:p>
            <a:pPr/>
            <a:r>
              <a:t>Capteurs de Vol Régulateurs : Gyroscope, IMU, GPS.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L'Intelligence Artificielle (Architecture)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Problème: L'IA neuronale (YOLOv8) est trop coûteuse en ressources CPU dans le simulateur s'il tourne à chaque ms.</a:t>
            </a:r>
          </a:p>
          <a:p>
            <a:pPr/>
            <a:r>
              <a:t>Solution - Méthode Optimisée 'Hybride Asynchrone' :</a:t>
            </a:r>
          </a:p>
          <a:p>
            <a:pPr lvl="1"/>
            <a:r>
              <a:t>A) Détection Lointaine Active : YOLOv8 s'active lors du radar 360° pour confirmer l'humain.</a:t>
            </a:r>
          </a:p>
          <a:p>
            <a:pPr/>
            <a:r>
              <a:t>Résultat final : Le taux de framerate chute de 0%, l'environnement reste fluide.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Séquence de Vol Autonome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1 (Décollage) : Montée en altitude (2.8m).</a:t>
            </a:r>
          </a:p>
          <a:p>
            <a:pPr/>
            <a:r>
              <a:t>PHASE 2 (Recherche) : Vol stationnaire, Rotation du drone à 360° sur lui-même (Radar).</a:t>
            </a:r>
          </a:p>
          <a:p>
            <a:pPr/>
            <a:r>
              <a:t>PHASE 3 (Approche) : Cible détectée (YOLO). Pivot face au piéton, vol de translation lent (-40cm).</a:t>
            </a:r>
          </a:p>
          <a:p>
            <a:pPr/>
            <a:r>
              <a:t>PHASE 4 (Descente) : Bascule sur flux vidéo inférieur. Descente douce sur cible.</a:t>
            </a:r>
          </a:p>
          <a:p>
            <a:pPr/>
            <a:r>
              <a:t>PHASE 5 (Suivi Synchronisé) : Ordre de marche IPC, suivi de la position au centre pixels.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Bilan :</a:t>
            </a:r>
          </a:p>
          <a:p>
            <a:pPr lvl="1"/>
            <a:r>
              <a:t>L'orchestration asynchrone YOLO+Couleurs combinée au 'Dual Camera' résout élégamment les limites informatiques et la modélisation des limites mécaniques du hardware.</a:t>
            </a:r>
          </a:p>
          <a:p>
            <a:pPr/>
            <a:r>
              <a:t>Perspectives futures :</a:t>
            </a:r>
          </a:p>
          <a:p>
            <a:pPr lvl="1"/>
            <a:r>
              <a:t>Implémentation directe sur Nvidia Jetson ou un Raspberry 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